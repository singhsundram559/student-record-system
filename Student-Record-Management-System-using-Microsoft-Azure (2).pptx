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embeddedFontLst>
    <p:embeddedFont>
      <p:font typeface="Unbounded"/>
      <p:regular r:id="rId23"/>
    </p:embeddedFont>
    <p:embeddedFont>
      <p:font typeface="Unbounded"/>
      <p:regular r:id="rId24"/>
    </p:embeddedFont>
    <p:embeddedFont>
      <p:font typeface="Open Sans"/>
      <p:regular r:id="rId25"/>
    </p:embeddedFont>
    <p:embeddedFont>
      <p:font typeface="Open Sans"/>
      <p:regular r:id="rId26"/>
    </p:embeddedFont>
    <p:embeddedFont>
      <p:font typeface="Open Sans"/>
      <p:regular r:id="rId27"/>
    </p:embeddedFont>
    <p:embeddedFont>
      <p:font typeface="Open Sans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4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6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entapp98765-cbenhkhcckatenen.southeastasia-01.azurewebsites.net" TargetMode="External"/><Relationship Id="rId3" Type="http://schemas.openxmlformats.org/officeDocument/2006/relationships/hyperlink" Target="https://studentapp98765-cbenhkhcckatenen.southeastasia-01.azurewebsites.net/admin.html" TargetMode="External"/><Relationship Id="rId4" Type="http://schemas.openxmlformats.org/officeDocument/2006/relationships/hyperlink" Target="https://github.com/singhsundram559/Student-Record-System" TargetMode="External"/><Relationship Id="rId1" Type="http://schemas.openxmlformats.org/officeDocument/2006/relationships/image" Target="../media/image-16-1.png"/><Relationship Id="rId5" Type="http://schemas.openxmlformats.org/officeDocument/2006/relationships/image" Target="../media/image-16-2.png"/><Relationship Id="rId6" Type="http://schemas.openxmlformats.org/officeDocument/2006/relationships/image" Target="../media/image-16-3.svg"/><Relationship Id="rId7" Type="http://schemas.openxmlformats.org/officeDocument/2006/relationships/image" Target="../media/image-16-4.png"/><Relationship Id="rId8" Type="http://schemas.openxmlformats.org/officeDocument/2006/relationships/image" Target="../media/image-16-5.svg"/><Relationship Id="rId9" Type="http://schemas.openxmlformats.org/officeDocument/2006/relationships/image" Target="../media/image-16-6.png"/><Relationship Id="rId10" Type="http://schemas.openxmlformats.org/officeDocument/2006/relationships/image" Target="../media/image-16-7.svg"/><Relationship Id="rId11" Type="http://schemas.openxmlformats.org/officeDocument/2006/relationships/image" Target="../media/image-16-8.png"/><Relationship Id="rId12" Type="http://schemas.openxmlformats.org/officeDocument/2006/relationships/image" Target="../media/image-16-9.svg"/><Relationship Id="rId13" Type="http://schemas.openxmlformats.org/officeDocument/2006/relationships/slideLayout" Target="../slideLayouts/slideLayout17.xml"/><Relationship Id="rId1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9217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Student Record Management System using Microsoft Azure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22376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Sundram Singh</a:t>
            </a:r>
            <a:endParaRPr lang="en-US" sz="11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Computing</a:t>
            </a:r>
            <a:endParaRPr lang="en-US" sz="11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[Lovely Professional University]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62375" y="323031"/>
            <a:ext cx="23812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Introduction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762375" y="716682"/>
            <a:ext cx="50482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Student Record Management System (SRMS) is a digital platform that stores, manages, and retrieves student information efficiently. Cloud computing revolutionises how educational institutions handle data by providing scalable, secure, and accessible solutions.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762375" y="1170831"/>
            <a:ext cx="5048250" cy="864394"/>
          </a:xfrm>
          <a:prstGeom prst="roundRect">
            <a:avLst>
              <a:gd name="adj" fmla="val 462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62388" y="1270843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26A6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0969" y="1349425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62388" y="162058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62388" y="1807815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 growing student databases effortlessly with cloud infrastructure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762375" y="2099221"/>
            <a:ext cx="5048250" cy="864394"/>
          </a:xfrm>
          <a:prstGeom prst="roundRect">
            <a:avLst>
              <a:gd name="adj" fmla="val 462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862388" y="2199233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26A6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0969" y="2277814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62388" y="254897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Security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862388" y="2736205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 sensitive student data with enterprise-grade security measures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3762375" y="3027611"/>
            <a:ext cx="5048250" cy="864394"/>
          </a:xfrm>
          <a:prstGeom prst="roundRect">
            <a:avLst>
              <a:gd name="adj" fmla="val 462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62388" y="3127623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26A68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40969" y="3206204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62388" y="347736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862388" y="3664595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records from anywhere, anytime with internet connectivity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3762375" y="3956000"/>
            <a:ext cx="5048250" cy="864394"/>
          </a:xfrm>
          <a:prstGeom prst="roundRect">
            <a:avLst>
              <a:gd name="adj" fmla="val 462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862388" y="4056013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26A68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0969" y="4134594"/>
            <a:ext cx="128588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62388" y="440575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Azure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862388" y="4592985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Azure offers robust tools, seamless integration, and educational benefits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7789"/>
            <a:ext cx="3762375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Objectives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57126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349" y="1264965"/>
            <a:ext cx="4054376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457349" y="1358875"/>
            <a:ext cx="4054376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Develop Web-Based Registration System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349" y="1839367"/>
            <a:ext cx="405437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 intuitive interface for student registration accessible through any web browser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32201" y="1057126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2201" y="1264965"/>
            <a:ext cx="405445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4632201" y="1358875"/>
            <a:ext cx="336731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Secure Student Records Storage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32201" y="1635249"/>
            <a:ext cx="40544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encrypted database storage for protecting sensitive student information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349" y="2459534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349" y="2667372"/>
            <a:ext cx="4054376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349" y="2761283"/>
            <a:ext cx="315686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Azure App Service Deployment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349" y="3037656"/>
            <a:ext cx="405437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the application on Microsoft Azure's reliable cloud hosting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2201" y="2459534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2201" y="2667372"/>
            <a:ext cx="405445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32201" y="2761283"/>
            <a:ext cx="332660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Azure SQL Database Integration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2201" y="3037656"/>
            <a:ext cx="40544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 to a managed SQL database for efficient data storage and retrieval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349" y="3657823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349" y="3865662"/>
            <a:ext cx="4054376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349" y="3959572"/>
            <a:ext cx="29701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Public and Private Interfaces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349" y="4235946"/>
            <a:ext cx="405437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public user form for data submission and a private admin dashboard for record management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32201" y="3657823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32201" y="3865662"/>
            <a:ext cx="405445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5" name="Text 23"/>
          <p:cNvSpPr/>
          <p:nvPr/>
        </p:nvSpPr>
        <p:spPr>
          <a:xfrm>
            <a:off x="4632201" y="3959572"/>
            <a:ext cx="232499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Real-World Cloud Skills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32201" y="4235946"/>
            <a:ext cx="40544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practical experience with cloud deployment, database management, and full-stack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10245"/>
            <a:ext cx="77949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endParaRPr lang="en-US" sz="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673819"/>
            <a:ext cx="6495827" cy="3652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489" y="4461197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325"/>
            <a:ext cx="39681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8683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leverages modern web development technologies combined with Microsoft Azure's cloud platform to create a robust, scalable solution.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99927"/>
            <a:ext cx="8151763" cy="2883247"/>
          </a:xfrm>
          <a:prstGeom prst="roundRect">
            <a:avLst>
              <a:gd name="adj" fmla="val 206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894508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16140" y="1894508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640" y="2305720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16140" y="2305720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HTML, CSS, JavaScript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640" y="2716932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16140" y="2716932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Node.js, Express.js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640" y="3128144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16140" y="3128144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SQL 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640" y="3539356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6140" y="3539356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Azure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640" y="3950568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6140" y="3950568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App 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640" y="4361780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140" y="4361780"/>
            <a:ext cx="37852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10245"/>
            <a:ext cx="77949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endParaRPr lang="en-US" sz="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673819"/>
            <a:ext cx="6495827" cy="3652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489" y="4461197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04205"/>
            <a:ext cx="319623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742652"/>
            <a:ext cx="672502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follows a three-tier architecture pattern, separating concerns between user interface, application logic, and data storage for maintainability and security.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0660" y="1081162"/>
            <a:ext cx="4542606" cy="3073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47609" y="2189445"/>
            <a:ext cx="827164" cy="75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Three-tier Architecture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383838" y="3087641"/>
            <a:ext cx="1230554" cy="56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Node.js Express Backend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83838" y="3708855"/>
            <a:ext cx="1230554" cy="255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 logic and APIs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500005" y="3182210"/>
            <a:ext cx="1230554" cy="37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Azure SQL Database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00005" y="3614286"/>
            <a:ext cx="1230554" cy="25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persistent storage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00005" y="1265189"/>
            <a:ext cx="1230554" cy="56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Private Admin Dashboard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00005" y="1886403"/>
            <a:ext cx="1230554" cy="255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Restricted admin interface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391719" y="1359758"/>
            <a:ext cx="1230554" cy="37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Public User Form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91719" y="1791834"/>
            <a:ext cx="1230554" cy="255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Student-facing submission page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09452" y="4296668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Public Layer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209452" y="4515892"/>
            <a:ext cx="324363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submit their information through a simple, accessible web form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695527" y="4296668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Backend Layer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695527" y="4515892"/>
            <a:ext cx="32436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 handles request processing and data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10245"/>
            <a:ext cx="77949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endParaRPr lang="en-US" sz="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673819"/>
            <a:ext cx="6495827" cy="3652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489" y="4461197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4813"/>
            <a:ext cx="360558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131540"/>
            <a:ext cx="322555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Azure SQL Database 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65162" y="1463799"/>
            <a:ext cx="437160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database uses a simple table structure to store essential student information with proper indexing for fast retrieval.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5162" y="2015877"/>
            <a:ext cx="4371603" cy="1501676"/>
          </a:xfrm>
          <a:prstGeom prst="roundRect">
            <a:avLst>
              <a:gd name="adj" fmla="val 371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58539" y="2015877"/>
            <a:ext cx="4384849" cy="1501676"/>
          </a:xfrm>
          <a:prstGeom prst="roundRect">
            <a:avLst>
              <a:gd name="adj" fmla="val 132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24632" y="2148780"/>
            <a:ext cx="4052664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Students (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KEY,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VARCHAR(100),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age INT,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course VARCHAR(50)</a:t>
            </a:r>
            <a:endParaRPr lang="en-US" sz="10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5162" y="3657674"/>
            <a:ext cx="239724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Security Configuration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5162" y="3989933"/>
            <a:ext cx="4371603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Firewall rules restrict access to authorised IP addresses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Encrypted connections using SSL/TLS protocols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Role-based access control for admin dashboard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5675" y="1876127"/>
            <a:ext cx="3517850" cy="1993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8535"/>
            <a:ext cx="47027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Application Features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194122"/>
            <a:ext cx="4722763" cy="1634505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44169" y="1213172"/>
            <a:ext cx="567035" cy="1596405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8967" y="1905000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2962" y="1354931"/>
            <a:ext cx="22827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Public User Features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52962" y="1661443"/>
            <a:ext cx="3834110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 student details through a clean, responsive form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validation ensures data quality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Cloud-based access from any device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925119" y="2970386"/>
            <a:ext cx="4722763" cy="1634505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944169" y="2989436"/>
            <a:ext cx="567035" cy="1596405"/>
          </a:xfrm>
          <a:prstGeom prst="roundRect">
            <a:avLst>
              <a:gd name="adj" fmla="val 6469"/>
            </a:avLst>
          </a:prstGeom>
          <a:solidFill>
            <a:srgbClr val="D6F5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8967" y="3681264"/>
            <a:ext cx="212601" cy="212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52962" y="3131195"/>
            <a:ext cx="2622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Private Admin Features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52962" y="3437706"/>
            <a:ext cx="3834110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all student records securely behind authentication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fetched directly from Azure SQL Database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dashboard provides complete record overview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26157"/>
            <a:ext cx="2269331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Public User Features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740718"/>
            <a:ext cx="6750546" cy="3795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643" y="4645670"/>
            <a:ext cx="81006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48183"/>
            <a:ext cx="2607543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Private Admin Features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762744"/>
            <a:ext cx="6672263" cy="3751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643" y="4623643"/>
            <a:ext cx="81006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382205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Deployment Process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39068" y="1073051"/>
            <a:ext cx="117351" cy="528265"/>
          </a:xfrm>
          <a:prstGeom prst="roundRect">
            <a:avLst>
              <a:gd name="adj" fmla="val 4201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643" y="996032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74" y="1084138"/>
            <a:ext cx="176064" cy="176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029" y="1014338"/>
            <a:ext cx="169932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71029" y="1256035"/>
            <a:ext cx="765125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version-controlled repository to manage source code and collaborate efficiently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15132" y="1874639"/>
            <a:ext cx="117351" cy="528265"/>
          </a:xfrm>
          <a:prstGeom prst="roundRect">
            <a:avLst>
              <a:gd name="adj" fmla="val 4201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7706" y="1797621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738" y="1885727"/>
            <a:ext cx="176064" cy="176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7093" y="1815926"/>
            <a:ext cx="167751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Azure App Service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47093" y="2057623"/>
            <a:ext cx="747519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Configured App Service with Node.js runtime environment for application hosting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991270" y="2676227"/>
            <a:ext cx="117351" cy="528265"/>
          </a:xfrm>
          <a:prstGeom prst="roundRect">
            <a:avLst>
              <a:gd name="adj" fmla="val 4201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73844" y="2599209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876" y="2687315"/>
            <a:ext cx="176064" cy="176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3231" y="2617515"/>
            <a:ext cx="200151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323231" y="2859212"/>
            <a:ext cx="729905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Azure SQL Database to backend with secure connection strings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167333" y="3477816"/>
            <a:ext cx="117351" cy="528265"/>
          </a:xfrm>
          <a:prstGeom prst="roundRect">
            <a:avLst>
              <a:gd name="adj" fmla="val 4201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49908" y="3400797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7940" y="3488903"/>
            <a:ext cx="176064" cy="176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99295" y="341910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Firewall Rules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499295" y="3660800"/>
            <a:ext cx="712298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Configured IP address restrictions to allow only authorised access to the database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991270" y="4279404"/>
            <a:ext cx="117351" cy="528265"/>
          </a:xfrm>
          <a:prstGeom prst="roundRect">
            <a:avLst>
              <a:gd name="adj" fmla="val 4201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73844" y="4202385"/>
            <a:ext cx="352202" cy="352202"/>
          </a:xfrm>
          <a:prstGeom prst="roundRect">
            <a:avLst>
              <a:gd name="adj" fmla="val 8113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1876" y="4290492"/>
            <a:ext cx="176064" cy="1760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3231" y="4220691"/>
            <a:ext cx="197346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Testing &amp; Verification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1323231" y="4462388"/>
            <a:ext cx="729905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Tested complete user flow from form submission to admin dashboard display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10245"/>
            <a:ext cx="77949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endParaRPr lang="en-US" sz="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673819"/>
            <a:ext cx="6495827" cy="3652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4489" y="4461197"/>
            <a:ext cx="28242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27720"/>
            <a:ext cx="5556349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Challenges and Learning Outcomes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814313"/>
            <a:ext cx="16638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Challenges Faced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33029" y="1079971"/>
            <a:ext cx="1623640" cy="1016645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6956" y="1193899"/>
            <a:ext cx="1395785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Azure SQL Firewall Issues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246956" y="1575271"/>
            <a:ext cx="139578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connection failures due to strict firewall policies requiring IP whitelisting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826693" y="1079971"/>
            <a:ext cx="1623640" cy="1016645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0621" y="1193899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IP Restrictions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40621" y="1419597"/>
            <a:ext cx="139578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IP addresses caused intermittent access problems during development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33029" y="2166640"/>
            <a:ext cx="1623640" cy="1016645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6956" y="2280568"/>
            <a:ext cx="130566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GitHub Conflicts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46956" y="2506266"/>
            <a:ext cx="139578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control merge conflicts when pushing code to remote repository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26693" y="2166640"/>
            <a:ext cx="1623640" cy="1016645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4288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0621" y="2280568"/>
            <a:ext cx="1395785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Deployment Troubleshooting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40621" y="2661940"/>
            <a:ext cx="139578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Environment configuration differences between local and Azure servers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98281" y="814313"/>
            <a:ext cx="18495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Learning Outcomes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98281" y="1079971"/>
            <a:ext cx="1623640" cy="1366614"/>
          </a:xfrm>
          <a:prstGeom prst="roundRect">
            <a:avLst>
              <a:gd name="adj" fmla="val 306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2684" y="1184374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26A688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4911" y="1266602"/>
            <a:ext cx="134541" cy="13454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802684" y="1553394"/>
            <a:ext cx="1414835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Azure App Service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02684" y="1934766"/>
            <a:ext cx="1414835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Mastered cloud application deployment and configuration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391945" y="1079971"/>
            <a:ext cx="1623640" cy="1366614"/>
          </a:xfrm>
          <a:prstGeom prst="roundRect">
            <a:avLst>
              <a:gd name="adj" fmla="val 306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96348" y="1184374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26A68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8575" y="1266602"/>
            <a:ext cx="134541" cy="13454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96348" y="1553394"/>
            <a:ext cx="1414835" cy="311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Backend Integration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496348" y="1934766"/>
            <a:ext cx="141483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Learned Node.js backend integration with frontend interfaces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4698281" y="2516609"/>
            <a:ext cx="1623640" cy="1210940"/>
          </a:xfrm>
          <a:prstGeom prst="roundRect">
            <a:avLst>
              <a:gd name="adj" fmla="val 345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02684" y="2621012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26A688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4911" y="2703240"/>
            <a:ext cx="134541" cy="13454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02684" y="2990031"/>
            <a:ext cx="126727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Cloud Database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802684" y="3215729"/>
            <a:ext cx="141483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Gained experience with cloud database management and optimisation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6391945" y="2516609"/>
            <a:ext cx="1623640" cy="1210940"/>
          </a:xfrm>
          <a:prstGeom prst="roundRect">
            <a:avLst>
              <a:gd name="adj" fmla="val 345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96348" y="2621012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26A688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8575" y="2703240"/>
            <a:ext cx="134541" cy="13454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96348" y="299003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496348" y="3215729"/>
            <a:ext cx="141483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proficiency with GitHub for collaborative development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4698281" y="3797573"/>
            <a:ext cx="3317304" cy="939329"/>
          </a:xfrm>
          <a:prstGeom prst="roundRect">
            <a:avLst>
              <a:gd name="adj" fmla="val 445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802684" y="3901976"/>
            <a:ext cx="298996" cy="298996"/>
          </a:xfrm>
          <a:prstGeom prst="roundRect">
            <a:avLst>
              <a:gd name="adj" fmla="val 19112057"/>
            </a:avLst>
          </a:prstGeom>
          <a:solidFill>
            <a:srgbClr val="26A688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4911" y="3984203"/>
            <a:ext cx="134541" cy="134541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802684" y="4270995"/>
            <a:ext cx="136609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Workflow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4802684" y="4496693"/>
            <a:ext cx="310849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Understood real-world cloud project development lifecycle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592" y="342751"/>
            <a:ext cx="4666655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 and Future Scope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56592" y="844153"/>
            <a:ext cx="1553245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Success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56592" y="1108397"/>
            <a:ext cx="2376636" cy="700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successfully demonstrates full-stack cloud-based development by integrating frontend, backend, and Azure SQL Database into a cohesive student management system hosted on Microsoft Azure.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592" y="1881857"/>
            <a:ext cx="137725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Live Applications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56592" y="2114327"/>
            <a:ext cx="237663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User: </a:t>
            </a:r>
            <a:pPr algn="l" indent="0" marL="0">
              <a:lnSpc>
                <a:spcPts val="1100"/>
              </a:lnSpc>
              <a:buNone/>
            </a:pPr>
            <a:r>
              <a:rPr lang="en-US" sz="80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Web App</a:t>
            </a:r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Dashboard: </a:t>
            </a:r>
            <a:pPr algn="l" indent="0" marL="0">
              <a:lnSpc>
                <a:spcPts val="1100"/>
              </a:lnSpc>
              <a:buNone/>
            </a:pPr>
            <a:r>
              <a:rPr lang="en-US" sz="80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 Interface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56592" y="2460278"/>
            <a:ext cx="237663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Code: </a:t>
            </a:r>
            <a:pPr algn="l" indent="0" marL="0">
              <a:lnSpc>
                <a:spcPts val="1100"/>
              </a:lnSpc>
              <a:buNone/>
            </a:pPr>
            <a:r>
              <a:rPr lang="en-US" sz="800" u="sng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986534" y="844153"/>
            <a:ext cx="21339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Enhancements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4708" y="1120676"/>
            <a:ext cx="152772" cy="1527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7602" y="1117550"/>
            <a:ext cx="161538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User Authentication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17602" y="1350020"/>
            <a:ext cx="204556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secure login system with session management</a:t>
            </a:r>
            <a:endParaRPr lang="en-US" sz="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24708" y="1779687"/>
            <a:ext cx="152772" cy="1527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7602" y="1776561"/>
            <a:ext cx="139407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317602" y="2009031"/>
            <a:ext cx="204556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update and delete functionality for record management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24708" y="2438698"/>
            <a:ext cx="152772" cy="1527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17602" y="2435572"/>
            <a:ext cx="13961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Modern Frontend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317602" y="2668042"/>
            <a:ext cx="204556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vanilla JavaScript with React framework for enhanced UX</a:t>
            </a:r>
            <a:endParaRPr lang="en-US" sz="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24708" y="3097709"/>
            <a:ext cx="152772" cy="1527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17602" y="3094583"/>
            <a:ext cx="154141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3317602" y="3327053"/>
            <a:ext cx="204556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 confirmation emails upon successful registration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356592" y="3799359"/>
            <a:ext cx="5001816" cy="63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6A68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3" name="Text 16"/>
          <p:cNvSpPr/>
          <p:nvPr/>
        </p:nvSpPr>
        <p:spPr>
          <a:xfrm>
            <a:off x="356592" y="4546029"/>
            <a:ext cx="2734270" cy="25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Questions &amp; Answers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2026-05-07T07:54:47Z</dcterms:created>
  <dcterms:modified xsi:type="dcterms:W3CDTF">2026-05-07T07:54:47Z</dcterms:modified>
</cp:coreProperties>
</file>